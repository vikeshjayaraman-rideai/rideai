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System Architecture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</a:rPr>
              <a:t>Tripper RideAI — Full Stack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1521440" cy="1417320"/>
          </a:xfrm>
          <a:prstGeom prst="roundRect">
            <a:avLst>
              <a:gd name="adj" fmla="val 9677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📱  MOBILE APP LAYER  —  React Native 0.73 (Android + iOS)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7C3AED">
              <a:alpha val="3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27632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🏠 Home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65960" y="1627632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7C3AED">
              <a:alpha val="3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1627632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🗺️ Trip Planner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0" y="1627632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7C3AED">
              <a:alpha val="3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627632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👥 Group Ride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0" y="1627632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7C3AED">
              <a:alpha val="3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627632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💰 Expenses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627632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7C3AED">
              <a:alpha val="3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627632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👤 Profile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35240" y="1627632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7C3AED">
              <a:alpha val="3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35240" y="1627632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🌦️ Weather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52560" y="1627632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7C3AED">
              <a:alpha val="3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52560" y="1627632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🗓️ Trip History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469880" y="1627632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7C3AED">
              <a:alpha val="3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469880" y="1627632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🔐 Auth Flow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788920"/>
            <a:ext cx="11521440" cy="1417320"/>
          </a:xfrm>
          <a:prstGeom prst="roundRect">
            <a:avLst>
              <a:gd name="adj" fmla="val 9677"/>
            </a:avLst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8346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⚙️  SERVICES LAYER  —  TypeScript Services + Native Modules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218688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0891B2">
              <a:alpha val="3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32552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🤖 aiService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8640" y="354787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Trip plan generation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965960" y="3218688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0891B2">
              <a:alpha val="3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965960" y="32552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📡 geoService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65960" y="354787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Geocode + Places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383280" y="3218688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0891B2">
              <a:alpha val="3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383280" y="32552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🔑 authService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83280" y="354787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Firebase Auth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800600" y="3218688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0891B2">
              <a:alpha val="3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00600" y="32552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💾 tripService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00600" y="354787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CRUD trips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217920" y="3218688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0891B2">
              <a:alpha val="3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17920" y="32552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👤 userService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17920" y="354787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Profile management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635240" y="3218688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0891B2">
              <a:alpha val="3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635240" y="32552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📍 locationSvc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635240" y="354787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GPS tracking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9052560" y="3218688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0891B2">
              <a:alpha val="3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052560" y="32552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🔌 socketService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052560" y="354787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WebSocket sync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0469880" y="3218688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0891B2">
              <a:alpha val="3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0469880" y="32552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💰 expenseService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0469880" y="354787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Split &amp; settle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65760" y="4389120"/>
            <a:ext cx="11521440" cy="1417320"/>
          </a:xfrm>
          <a:prstGeom prst="roundRect">
            <a:avLst>
              <a:gd name="adj" fmla="val 9677"/>
            </a:avLst>
          </a:prstGeom>
          <a:solidFill>
            <a:srgbClr val="FF6B35">
              <a:alpha val="12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4348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🌐  EXTERNAL APIs &amp; BACKEND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48640" y="4818888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48640" y="48554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🤖 Claude API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48640" y="514807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Sonnet 4.6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965960" y="4818888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2563EB">
              <a:alpha val="25000"/>
            </a:srgbClr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965960" y="48554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🗺️ Google Maps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965960" y="514807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Maps SDK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383280" y="4818888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2563EB">
              <a:alpha val="25000"/>
            </a:srgbClr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383280" y="48554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📍 Places API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383280" y="514807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Geocoding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800600" y="4818888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0891B2">
              <a:alpha val="25000"/>
            </a:srgbClr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800600" y="48554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🌦️ Weather API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800600" y="514807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OpenWeather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217920" y="4818888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D97706">
              <a:alpha val="25000"/>
            </a:srgbClr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217920" y="48554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🔐 Firebase Auth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217920" y="514807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Auth v24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635240" y="4818888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059669">
              <a:alpha val="25000"/>
            </a:srgbClr>
          </a:solidFill>
          <a:ln w="63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7635240" y="48554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🗄️ Firestore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7635240" y="514807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NoSQL DB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9052560" y="4818888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059669">
              <a:alpha val="25000"/>
            </a:srgbClr>
          </a:solidFill>
          <a:ln w="63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052560" y="48554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📦 Firebase Storage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9052560" y="514807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Media files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0469880" y="4818888"/>
            <a:ext cx="1298448" cy="804672"/>
          </a:xfrm>
          <a:prstGeom prst="roundRect">
            <a:avLst>
              <a:gd name="adj" fmla="val 11364"/>
            </a:avLst>
          </a:prstGeom>
          <a:solidFill>
            <a:srgbClr val="DC2626">
              <a:alpha val="25000"/>
            </a:srgbClr>
          </a:solidFill>
          <a:ln w="63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10469880" y="48554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🔌 Node WebSocket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0469880" y="514807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Socket.io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371600" y="2606040"/>
            <a:ext cx="0" cy="18288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4206240" y="2606040"/>
            <a:ext cx="0" cy="18288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7040880" y="2606040"/>
            <a:ext cx="0" cy="18288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9875520" y="2606040"/>
            <a:ext cx="0" cy="18288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1371600" y="4187952"/>
            <a:ext cx="0" cy="18288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4206240" y="4187952"/>
            <a:ext cx="0" cy="18288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7040880" y="4187952"/>
            <a:ext cx="0" cy="18288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>
            <a:off x="9875520" y="4187952"/>
            <a:ext cx="0" cy="18288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82" name="Text 80"/>
          <p:cNvSpPr/>
          <p:nvPr/>
        </p:nvSpPr>
        <p:spPr>
          <a:xfrm>
            <a:off x="365760" y="649224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EC0"/>
                </a:solidFill>
              </a:rPr>
              <a:t>Data flows: App → Services → External APIs → Firebase Realtime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Architecture — Firebase Firestore Schema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743200" cy="53492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87552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users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7C3AED">
              <a:alpha val="40000"/>
            </a:srgbClr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uid: string (PK)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837944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3794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name: string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121408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2140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email: string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2404872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0487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phone?: string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688336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8833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gender?: string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2971800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7180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photoURL?: string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3255264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5526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bikeBrand: string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3538728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3872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bikeModel: string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3822192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2219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bikeYear: string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" y="4105656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0565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bikeColor: string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" y="4389120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38912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vehicleNumber: string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4672584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67258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bikePhotoURL?: string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2920" y="4956048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9560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ridingStyle: string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920" y="5239512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23951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experienceLevel: string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" y="5522976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52297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createdAt: ISO string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91840" y="914400"/>
            <a:ext cx="2743200" cy="53492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83280" y="987552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FF6B35">
              <a:alpha val="8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987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🗺️  trips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429000" y="1554480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FF6B35">
              <a:alpha val="40000"/>
            </a:srgbClr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155448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id: string (PK)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29000" y="1837944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1E40AF">
              <a:alpha val="60000"/>
            </a:srgbClr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0" y="183794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891B2"/>
                </a:solidFill>
              </a:rPr>
              <a:t>uid: string (FK → users)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429000" y="2121408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0" y="212140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title: string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429000" y="2404872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0" y="240487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origin: string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429000" y="2688336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0" y="268833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destination: string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429000" y="2971800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0" y="297180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date: string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429000" y="3255264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0" y="325526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startTime: string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429000" y="3538728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0" y="353872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riderCount: number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429000" y="3822192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0" y="382219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totalDistance: string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429000" y="4105656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4720" y="410565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totalDuration: string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429000" y="4389120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74720" y="438912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difficulty: Easy|Moderate|Challenging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429000" y="4672584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74720" y="467258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stops: TripStop[]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429000" y="4956048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74720" y="49560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weatherAdvice: string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429000" y="5239512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74720" y="523951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tips: string[]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429000" y="5522976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74720" y="552297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sharedWith?: string[]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429000" y="5806440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0" y="580644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createdAt: ISO string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217920" y="914400"/>
            <a:ext cx="2743200" cy="53492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309360" y="987552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09360" y="987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👥  group_rides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6355080" y="1554480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891B2">
              <a:alpha val="40000"/>
            </a:srgbClr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00800" y="155448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id: string (PK)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355080" y="1837944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1E40AF">
              <a:alpha val="60000"/>
            </a:srgbClr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00800" y="183794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891B2"/>
                </a:solidFill>
              </a:rPr>
              <a:t>tripId: string (FK → trips)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355080" y="2121408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1E40AF">
              <a:alpha val="60000"/>
            </a:srgbClr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00800" y="212140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891B2"/>
                </a:solidFill>
              </a:rPr>
              <a:t>leaderId: string (FK → users)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355080" y="2404872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00800" y="240487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sessionCode: string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355080" y="2688336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400800" y="268833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status: active|ended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355080" y="2971800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00800" y="297180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riders: RiderState[]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355080" y="3255264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00800" y="325526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plannedRoute: LatLng[]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355080" y="3538728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400800" y="353872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deviationThreshold: number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355080" y="3822192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400800" y="382219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gapThreshold: number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6355080" y="4105656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400800" y="410565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createdAt: ISO string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6355080" y="4389120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400800" y="438912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endedAt?: ISO string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9144000" y="914400"/>
            <a:ext cx="2743200" cy="53492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9235440" y="987552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59669">
              <a:alpha val="8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235440" y="987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💰  expenses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9281160" y="1554480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59669">
              <a:alpha val="40000"/>
            </a:srgbClr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326880" y="155448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id: string (PK)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9281160" y="1837944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1E40AF">
              <a:alpha val="60000"/>
            </a:srgbClr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326880" y="183794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891B2"/>
                </a:solidFill>
              </a:rPr>
              <a:t>groupRideId: string (FK)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9281160" y="2121408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1E40AF">
              <a:alpha val="60000"/>
            </a:srgbClr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326880" y="212140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891B2"/>
                </a:solidFill>
              </a:rPr>
              <a:t>tripId: string (FK → trips)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9281160" y="2404872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326880" y="240487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category: fuel|food|toll|misc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9281160" y="2688336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326880" y="268833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amount: number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9281160" y="2971800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326880" y="297180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currency: string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9281160" y="3255264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1E40AF">
              <a:alpha val="60000"/>
            </a:srgbClr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9326880" y="325526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891B2"/>
                </a:solidFill>
              </a:rPr>
              <a:t>paidBy: string (FK → users)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9281160" y="3538728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326880" y="353872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splitAmong: string[]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9281160" y="3822192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326880" y="382219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description: string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9281160" y="4105656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326880" y="410565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receipt?: string (URL)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9281160" y="4389120"/>
            <a:ext cx="2468880" cy="246888"/>
          </a:xfrm>
          <a:prstGeom prst="roundRect">
            <a:avLst>
              <a:gd name="adj" fmla="val 18519"/>
            </a:avLst>
          </a:prstGeom>
          <a:solidFill>
            <a:srgbClr val="0F1C2E"/>
          </a:solidFill>
          <a:ln w="3810">
            <a:solidFill>
              <a:srgbClr val="1E2D4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326880" y="438912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createdAt: ISO string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365760" y="6400800"/>
            <a:ext cx="11521440" cy="365760"/>
          </a:xfrm>
          <a:prstGeom prst="roundRect">
            <a:avLst>
              <a:gd name="adj" fmla="val 20000"/>
            </a:avLst>
          </a:prstGeom>
          <a:solidFill>
            <a:srgbClr val="16213E"/>
          </a:solidFill>
          <a:ln/>
        </p:spPr>
      </p:sp>
      <p:sp>
        <p:nvSpPr>
          <p:cNvPr id="122" name="Text 120"/>
          <p:cNvSpPr/>
          <p:nvPr/>
        </p:nvSpPr>
        <p:spPr>
          <a:xfrm>
            <a:off x="457200" y="6437376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🔑  PK = Primary Key    🔗  FK = Foreign Key    ?  = Optional field    [] = Array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Real-time Architecture — Group Ride WebSocket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09160" y="914400"/>
            <a:ext cx="2743200" cy="4389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800600" y="987552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00600" y="987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🔌  Node.js Server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554480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0F1C2E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Socket.io WebSocket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1883664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0F1C2E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883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Room: groupRideId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2212848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0F1C2E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Event: location_update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2542032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0F1C2E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542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Event: deviation_alert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2871216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0F1C2E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871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Event: gap_warning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3200400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0F1C2E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Event: group_message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3529584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0F1C2E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5295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Broadcast to room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3858768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0F1C2E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Redis pub/sub (future)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1005840"/>
            <a:ext cx="3931920" cy="1188720"/>
          </a:xfrm>
          <a:prstGeom prst="roundRect">
            <a:avLst>
              <a:gd name="adj" fmla="val 923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1115568"/>
            <a:ext cx="411480" cy="411480"/>
          </a:xfrm>
          <a:prstGeom prst="ellipse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1097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Leader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1417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→  join_room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" y="16642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→  send_message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" y="19110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→  start_ride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15968" y="1463040"/>
            <a:ext cx="393192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407408" y="135331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</a:rPr>
              <a:t>⟷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5760" y="2331720"/>
            <a:ext cx="3931920" cy="1188720"/>
          </a:xfrm>
          <a:prstGeom prst="roundRect">
            <a:avLst>
              <a:gd name="adj" fmla="val 923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2441448"/>
            <a:ext cx="411480" cy="411480"/>
          </a:xfrm>
          <a:prstGeom prst="ellipse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2441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584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Rider 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" y="2743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→  location_update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05840" y="29900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→  receive_alerts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15968" y="2788920"/>
            <a:ext cx="39319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407408" y="267919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⟷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3657600"/>
            <a:ext cx="3931920" cy="1188720"/>
          </a:xfrm>
          <a:prstGeom prst="roundRect">
            <a:avLst>
              <a:gd name="adj" fmla="val 923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02920" y="3767328"/>
            <a:ext cx="411480" cy="411480"/>
          </a:xfrm>
          <a:prstGeom prst="ellipse">
            <a:avLst/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767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0584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Rider B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05840" y="4069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→  location_update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05840" y="43159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→  deviation_event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315968" y="4114800"/>
            <a:ext cx="393192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4407408" y="400507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</a:rPr>
              <a:t>⟷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4983480"/>
            <a:ext cx="3931920" cy="1188720"/>
          </a:xfrm>
          <a:prstGeom prst="roundRect">
            <a:avLst>
              <a:gd name="adj" fmla="val 923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02920" y="5093208"/>
            <a:ext cx="411480" cy="411480"/>
          </a:xfrm>
          <a:prstGeom prst="ellipse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5093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05840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Rider C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05840" y="53949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→  location_update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05840" y="56418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→  gap_warning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15968" y="5440680"/>
            <a:ext cx="393192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4407408" y="533095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⟷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7863840" y="914400"/>
            <a:ext cx="4206240" cy="5212080"/>
          </a:xfrm>
          <a:prstGeom prst="roundRect">
            <a:avLst>
              <a:gd name="adj" fmla="val 326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955280" y="987552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55280" y="9875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 AI Deviation Engine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001000" y="1572768"/>
            <a:ext cx="3931920" cy="987552"/>
          </a:xfrm>
          <a:prstGeom prst="roundRect">
            <a:avLst>
              <a:gd name="adj" fmla="val 9259"/>
            </a:avLst>
          </a:prstGeom>
          <a:solidFill>
            <a:srgbClr val="DC2626">
              <a:alpha val="12000"/>
            </a:srgbClr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92440" y="1645920"/>
            <a:ext cx="274320" cy="274320"/>
          </a:xfrm>
          <a:prstGeom prst="ellipse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58200" y="1627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Route Deviation Check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092440" y="19385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Compare rider lat/lng against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planned route polyline.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Alert if &gt;200m off corridor.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001000" y="2651760"/>
            <a:ext cx="3931920" cy="987552"/>
          </a:xfrm>
          <a:prstGeom prst="roundRect">
            <a:avLst>
              <a:gd name="adj" fmla="val 9259"/>
            </a:avLst>
          </a:prstGeom>
          <a:solidFill>
            <a:srgbClr val="D97706">
              <a:alpha val="12000"/>
            </a:srgbClr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92440" y="2724912"/>
            <a:ext cx="274320" cy="274320"/>
          </a:xfrm>
          <a:prstGeom prst="ellipse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58200" y="27066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Heading Divergence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092440" y="3017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Compare rider compass bearing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vs expected route direction.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Alert if &gt;45° difference.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8001000" y="3730752"/>
            <a:ext cx="3931920" cy="987552"/>
          </a:xfrm>
          <a:prstGeom prst="roundRect">
            <a:avLst>
              <a:gd name="adj" fmla="val 9259"/>
            </a:avLst>
          </a:prstGeom>
          <a:solidFill>
            <a:srgbClr val="2563EB">
              <a:alpha val="12000"/>
            </a:srgbClr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092440" y="3803904"/>
            <a:ext cx="274320" cy="274320"/>
          </a:xfrm>
          <a:prstGeom prst="ellipse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58200" y="37856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Gap Detection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8092440" y="40965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Measure distance between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tail-end rider and main group.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Alert if gap &gt;3km.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8001000" y="4809744"/>
            <a:ext cx="3931920" cy="987552"/>
          </a:xfrm>
          <a:prstGeom prst="roundRect">
            <a:avLst>
              <a:gd name="adj" fmla="val 9259"/>
            </a:avLst>
          </a:prstGeom>
          <a:solidFill>
            <a:srgbClr val="059669">
              <a:alpha val="12000"/>
            </a:srgbClr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092440" y="4882896"/>
            <a:ext cx="274320" cy="274320"/>
          </a:xfrm>
          <a:prstGeom prst="ellipse">
            <a:avLst/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458200" y="4864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Rejoined Detection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8092440" y="51755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Monitor deviated rider.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Send confirmation when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back within 150m of route.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65760" y="6473952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0AEC0"/>
                </a:solidFill>
              </a:rPr>
              <a:t>Frequency: Every 5 seconds  •  WebSocket payload: { riderId, lat, lng, heading, speed, timestamp }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 Service Architecture — Trip Planner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200400" cy="5029200"/>
          </a:xfrm>
          <a:prstGeom prst="roundRect">
            <a:avLst>
              <a:gd name="adj" fmla="val 4286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87552"/>
            <a:ext cx="3017520" cy="457200"/>
          </a:xfrm>
          <a:prstGeom prst="roundRect">
            <a:avLst>
              <a:gd name="adj" fmla="val 20000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📥  User Inputs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Origin city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9933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Destination city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4140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Additional destinations[]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Trip date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2552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Start time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675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Rider count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0965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One way / Round trip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5171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Number of days (1-14)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937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Ride preferences[]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11880" y="2971800"/>
            <a:ext cx="45720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206240" y="914400"/>
            <a:ext cx="3840480" cy="5029200"/>
          </a:xfrm>
          <a:prstGeom prst="roundRect">
            <a:avLst>
              <a:gd name="adj" fmla="val 357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0" y="987552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9875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 Prompt Engineering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43400" y="1572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</a:rPr>
              <a:t>STRICT RULES injected: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43400" y="19019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All stops within 5km of route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43400" y="22311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Full address: Name, Area, City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43400" y="2560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Famous for: what it's known for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43400" y="28895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Exact times from start time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43400" y="32186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Realistic lat/lng coordinates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43400" y="35478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Day-wise structure if multi-day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43400" y="38770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Return journey if round trip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43400" y="45354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Response format: JSON only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343400" y="48646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Model: claude-sonnet-4-6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43400" y="51937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Max tokens: 3000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43400" y="55229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Fallback: mock data on error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92440" y="2971800"/>
            <a:ext cx="45720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595360" y="914400"/>
            <a:ext cx="3566160" cy="5029200"/>
          </a:xfrm>
          <a:prstGeom prst="roundRect">
            <a:avLst>
              <a:gd name="adj" fmla="val 3846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686800" y="987552"/>
            <a:ext cx="3383280" cy="457200"/>
          </a:xfrm>
          <a:prstGeom prst="roundRect">
            <a:avLst>
              <a:gd name="adj" fmla="val 20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9875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📤  AI Output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732520" y="161848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06840" y="1572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🚩 Meeting point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732520" y="2039112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06840" y="19933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☕ Tea/coffee break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732520" y="2459736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06840" y="24140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🍽️ Lunch (name+specialty)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732520" y="288036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0684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⛽ Fuel stop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732520" y="3300984"/>
            <a:ext cx="201168" cy="20116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06840" y="32552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💎 Hidden gem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732520" y="372160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06840" y="3675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🏨 Stay/hotel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732520" y="4142232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06840" y="4096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🏁 Destination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732520" y="456285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06840" y="45171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📅 Day headers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732520" y="4983480"/>
            <a:ext cx="201168" cy="201168"/>
          </a:xfrm>
          <a:prstGeom prst="ellipse">
            <a:avLst/>
          </a:prstGeom>
          <a:solidFill>
            <a:srgbClr val="A0AEC0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06840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💡 5 rider tips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5760" y="6080760"/>
            <a:ext cx="11795760" cy="658368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6144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Post-processing pipeline: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743200" y="61447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JSON parse → validate stops → geocodeAllStops() via Google Places → update lat/lng → render itinerary + map view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743200" y="6400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AEC0"/>
                </a:solidFill>
              </a:rPr>
              <a:t>On error: fallback to mock plan so UI always shows complete itinerary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 Spec — Frontend (React Native)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5760720" cy="3017520"/>
          </a:xfrm>
          <a:prstGeom prst="roundRect">
            <a:avLst>
              <a:gd name="adj" fmla="val 4545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5577840" cy="438912"/>
          </a:xfrm>
          <a:prstGeom prst="roundRect">
            <a:avLst>
              <a:gd name="adj" fmla="val 20833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🗂️ Project Structure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src/screens/ — All screen components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888236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src/navigation/ — AppNavigator + TabNavigator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src/services/ — AI, Auth, Trip, Expense, Location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464308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src/components/ — TripMapView, shared UI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752344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src/theme/ — colors.ts design tokens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3040380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android/ — Native Android config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0" y="960120"/>
            <a:ext cx="5760720" cy="3017520"/>
          </a:xfrm>
          <a:prstGeom prst="roundRect">
            <a:avLst>
              <a:gd name="adj" fmla="val 4545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1051560"/>
            <a:ext cx="5577840" cy="438912"/>
          </a:xfrm>
          <a:prstGeom prst="roundRect">
            <a:avLst>
              <a:gd name="adj" fmla="val 20833"/>
            </a:avLst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📦 Key Dependencies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1600200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@react-navigation/native + stack + bottom-tabs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0" y="1888236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react-native-maps v1.10 (Google Maps)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83680" y="2176272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@react-native-firebase/app + auth + firestore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0" y="2464308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@react-native-google-signin/google-signin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83680" y="2752344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react-native-fbsdk-next (Facebook Auth)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83680" y="3040380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react-native-image-picker (Camera/Gallery)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0" y="3328416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react-native-fs (Local file storage)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83680" y="3616452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@react-native-community/datetimepicker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0" y="3904488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react-native-share (Trip plan sharing)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83680" y="4192524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axios (HTTP client for Claude API)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83680" y="4480560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socket.io-client (WebSocket)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83680" y="4768596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@react-native-async-storage/async-storage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114800"/>
            <a:ext cx="5760720" cy="3017520"/>
          </a:xfrm>
          <a:prstGeom prst="roundRect">
            <a:avLst>
              <a:gd name="adj" fmla="val 4545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206240"/>
            <a:ext cx="5577840" cy="438912"/>
          </a:xfrm>
          <a:prstGeom prst="roundRect">
            <a:avLst>
              <a:gd name="adj" fmla="val 20833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0624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🔐 Auth Flow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4754880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Firebase Auth v24 (modular API)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5042916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Email/Password signup + login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5330952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Google Sign In (SHA-1 fingerprint required)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5618988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Facebook Login (App ID in strings.xml)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5907024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onAuthStateChanged → route guard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6195060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First login → Onboarding → Home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6483096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Return user → directly to Home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" y="6771132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Sign out clears all auth providers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0" y="4114800"/>
            <a:ext cx="5760720" cy="3017520"/>
          </a:xfrm>
          <a:prstGeom prst="roundRect">
            <a:avLst>
              <a:gd name="adj" fmla="val 4545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92240" y="4206240"/>
            <a:ext cx="5577840" cy="438912"/>
          </a:xfrm>
          <a:prstGeom prst="roundRect">
            <a:avLst>
              <a:gd name="adj" fmla="val 20833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420624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🏗️ State Management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583680" y="4754880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Local state: React useState/useEffect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583680" y="5042916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Auth state: Firebase onAuthStateChanged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83680" y="5330952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Profile: fetched from Firestore on load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583680" y="5618988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Trip plan: local state (saved to Firestore)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583680" y="5907024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Group ride: WebSocket events + local state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583680" y="6195060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No Redux — Firebase as source of truth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 Spec — Backend &amp; External APIs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657600" cy="2880360"/>
          </a:xfrm>
          <a:prstGeom prst="roundRect">
            <a:avLst>
              <a:gd name="adj" fmla="val 476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87552"/>
            <a:ext cx="3474720" cy="411480"/>
          </a:xfrm>
          <a:prstGeom prst="roundRect">
            <a:avLst>
              <a:gd name="adj" fmla="val 22222"/>
            </a:avLst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🗄️  Firebase Firestore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Collections: users, trips, group_rides, expenses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85623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Security rules: user can only read/write own data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203704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Indexes: uid + createdAt for trip queries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551176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Real-time listeners for group ride updates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898648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Offline persistence enabled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Free tier: 50k reads, 20k writes/day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51960" y="914400"/>
            <a:ext cx="3657600" cy="2880360"/>
          </a:xfrm>
          <a:prstGeom prst="roundRect">
            <a:avLst>
              <a:gd name="adj" fmla="val 476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987552"/>
            <a:ext cx="3474720" cy="411480"/>
          </a:xfrm>
          <a:prstGeom prst="roundRect">
            <a:avLst>
              <a:gd name="adj" fmla="val 22222"/>
            </a:avLst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9875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🔌  Node.js WebSocket Server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150876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Runtime: Node.js + Socket.io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0" y="185623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Rooms: one per group_ride session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0" y="2203704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Events emitted: location_update (5s)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0" y="2551176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Events received: deviation_alert, gap_warning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0" y="2898648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Emulator: ws://10.0.2.2:3001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89120" y="324612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Production: Railway / Render (free tier)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38160" y="914400"/>
            <a:ext cx="4023360" cy="2880360"/>
          </a:xfrm>
          <a:prstGeom prst="roundRect">
            <a:avLst>
              <a:gd name="adj" fmla="val 476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0" y="987552"/>
            <a:ext cx="3840480" cy="411480"/>
          </a:xfrm>
          <a:prstGeom prst="roundRect">
            <a:avLst>
              <a:gd name="adj" fmla="val 22222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9875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🗺️  Google APIs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75320" y="150876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Maps SDK for Android: map rendering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75320" y="185623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Places API: geocode stop names → lat/lng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75320" y="220370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Directions API: route polyline (planned)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75320" y="255117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API key: restricted to app package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75320" y="289864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Billing: $200/month free credit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75320" y="324612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Rate limit: 50 req/sec (sufficient)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97764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050792"/>
            <a:ext cx="3474720" cy="411480"/>
          </a:xfrm>
          <a:prstGeom prst="roundRect">
            <a:avLst>
              <a:gd name="adj" fmla="val 22222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0507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Build Environment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457200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Node.js v19.8.1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491947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Java 17 (Microsoft OpenJDK)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" y="5266944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Android SDK API 34 (compile)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5614416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Gradle 8.3 + AGP 8.1.1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5961888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React Native 0.73.9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" y="630936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TypeScript 5.x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51960" y="397764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343400" y="4050792"/>
            <a:ext cx="3474720" cy="411480"/>
          </a:xfrm>
          <a:prstGeom prst="roundRect">
            <a:avLst>
              <a:gd name="adj" fmla="val 22222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3400" y="40507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🔒  Security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389120" y="457200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API keys in .env (gitignored)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389120" y="491947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google-services.json (gitignored)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389120" y="5266944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Firebase rules: auth-gated reads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389120" y="5614416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HTTPS only for all API calls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389120" y="5961888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SHA-1 fingerprint for Google Auth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389120" y="630936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Proguard enabled for release builds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138160" y="3977640"/>
            <a:ext cx="4023360" cy="27432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229600" y="4050792"/>
            <a:ext cx="3840480" cy="411480"/>
          </a:xfrm>
          <a:prstGeom prst="roundRect">
            <a:avLst>
              <a:gd name="adj" fmla="val 22222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0" y="40507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 Deployment Plan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275320" y="45720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Android APK: debug via USB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275320" y="491947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Release: Google Play Store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275320" y="526694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WebSocket server: Railway.app (free)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275320" y="561441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Backend: Firebase (serverless)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275320" y="596188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CI/CD: GitHub Actions (planned)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275320" y="630936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▸  iOS: Xcode required (Phase 3)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Feature Spec — Group Ride &amp; Live Tracking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5577840" cy="5897880"/>
          </a:xfrm>
          <a:prstGeom prst="roundRect">
            <a:avLst>
              <a:gd name="adj" fmla="val 2459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05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Feature Requirements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Session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77393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  →  Leader creates session with unique 6-digit code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204825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  →  Riders join via code (max 50 riders)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32257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  →  Session persists until leader ends it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59689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  →  Session state saved to Firestore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96265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 Location Sync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5526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  →  GPS update every 5 seconds via WebSocket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52958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  →  Payload: { riderId, lat, lng, heading, speed }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380390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  →  Background location permission required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07822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  →  Battery optimised: reduce freq when stationary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44439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Deviation Detection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7365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  →  Route corridor: 200m tolerance buffer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50109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  →  Heading check: &gt;45° off = wrong direction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52852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  →  Gap threshold: configurable (default 3km)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55595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  →  Alert sent to both deviated rider AND leader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59253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Group Map View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2179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  →  All riders shown as color-coded pins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  →  Route polyline overlaid on dark map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67665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  →  Leader pin: crown icon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70408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  →  Tap pin: rider name + speed popup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914400"/>
            <a:ext cx="5943600" cy="5897880"/>
          </a:xfrm>
          <a:prstGeom prst="roundRect">
            <a:avLst>
              <a:gd name="adj" fmla="val 2326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10058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WebSocket Events Spec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0" y="1481328"/>
            <a:ext cx="5577840" cy="502920"/>
          </a:xfrm>
          <a:prstGeom prst="roundRect">
            <a:avLst>
              <a:gd name="adj" fmla="val 14545"/>
            </a:avLst>
          </a:prstGeom>
          <a:solidFill>
            <a:srgbClr val="059669">
              <a:alpha val="1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6520" y="1554480"/>
            <a:ext cx="548640" cy="201168"/>
          </a:xfrm>
          <a:prstGeom prst="roundRect">
            <a:avLst>
              <a:gd name="adj" fmla="val 22727"/>
            </a:avLst>
          </a:prstGeom>
          <a:solidFill>
            <a:srgbClr val="059669">
              <a:alpha val="7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15544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C→S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059168" y="15361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join_room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46520" y="17739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groupRideId, riderId, riderName }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446520" y="177393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A0AEC0"/>
                </a:solidFill>
              </a:rPr>
              <a:t>Rider joins group session room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400800" y="2048256"/>
            <a:ext cx="5577840" cy="502920"/>
          </a:xfrm>
          <a:prstGeom prst="roundRect">
            <a:avLst>
              <a:gd name="adj" fmla="val 14545"/>
            </a:avLst>
          </a:prstGeom>
          <a:solidFill>
            <a:srgbClr val="0891B2">
              <a:alpha val="10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2121408"/>
            <a:ext cx="548640" cy="201168"/>
          </a:xfrm>
          <a:prstGeom prst="roundRect">
            <a:avLst>
              <a:gd name="adj" fmla="val 22727"/>
            </a:avLst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21214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C→S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059168" y="21031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location_update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46520" y="2340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riderId, lat, lng, heading, speed, ts }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446520" y="234086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A0AEC0"/>
                </a:solidFill>
              </a:rPr>
              <a:t>Rider broadcasts position every 5s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400800" y="2615184"/>
            <a:ext cx="5577840" cy="502920"/>
          </a:xfrm>
          <a:prstGeom prst="roundRect">
            <a:avLst>
              <a:gd name="adj" fmla="val 14545"/>
            </a:avLst>
          </a:prstGeom>
          <a:solidFill>
            <a:srgbClr val="2563EB">
              <a:alpha val="10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46520" y="2688336"/>
            <a:ext cx="548640" cy="201168"/>
          </a:xfrm>
          <a:prstGeom prst="roundRect">
            <a:avLst>
              <a:gd name="adj" fmla="val 22727"/>
            </a:avLst>
          </a:prstGeom>
          <a:solidFill>
            <a:srgbClr val="2563EB">
              <a:alpha val="7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26883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C→S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059168" y="26700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send_message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446520" y="29077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groupRideId, message, senderId }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446520" y="2907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A0AEC0"/>
                </a:solidFill>
              </a:rPr>
              <a:t>Leader broadcasts to all riders</a:t>
            </a: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6400800" y="3182112"/>
            <a:ext cx="5577840" cy="502920"/>
          </a:xfrm>
          <a:prstGeom prst="roundRect">
            <a:avLst>
              <a:gd name="adj" fmla="val 14545"/>
            </a:avLst>
          </a:prstGeom>
          <a:solidFill>
            <a:srgbClr val="7C3AED">
              <a:alpha val="1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46520" y="3255264"/>
            <a:ext cx="548640" cy="201168"/>
          </a:xfrm>
          <a:prstGeom prst="roundRect">
            <a:avLst>
              <a:gd name="adj" fmla="val 22727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32552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S→C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059168" y="32369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group_locations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446520" y="3474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riders: RiderState[] }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446520" y="34747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A0AEC0"/>
                </a:solidFill>
              </a:rPr>
              <a:t>Server broadcasts all positions</a:t>
            </a: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6400800" y="3749040"/>
            <a:ext cx="5577840" cy="502920"/>
          </a:xfrm>
          <a:prstGeom prst="roundRect">
            <a:avLst>
              <a:gd name="adj" fmla="val 14545"/>
            </a:avLst>
          </a:prstGeom>
          <a:solidFill>
            <a:srgbClr val="DC2626">
              <a:alpha val="10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46520" y="3822192"/>
            <a:ext cx="548640" cy="201168"/>
          </a:xfrm>
          <a:prstGeom prst="roundRect">
            <a:avLst>
              <a:gd name="adj" fmla="val 22727"/>
            </a:avLst>
          </a:prstGeom>
          <a:solidFill>
            <a:srgbClr val="DC2626">
              <a:alpha val="7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46520" y="38221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S→C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7059168" y="38039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deviation_alert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446520" y="40416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riderId, lat, lng, type, message }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446520" y="40416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A0AEC0"/>
                </a:solidFill>
              </a:rPr>
              <a:t>Deviation/gap/heading alert</a:t>
            </a: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6400800" y="4315968"/>
            <a:ext cx="5577840" cy="502920"/>
          </a:xfrm>
          <a:prstGeom prst="roundRect">
            <a:avLst>
              <a:gd name="adj" fmla="val 14545"/>
            </a:avLst>
          </a:prstGeom>
          <a:solidFill>
            <a:srgbClr val="059669">
              <a:alpha val="1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46520" y="4389120"/>
            <a:ext cx="548640" cy="201168"/>
          </a:xfrm>
          <a:prstGeom prst="roundRect">
            <a:avLst>
              <a:gd name="adj" fmla="val 22727"/>
            </a:avLst>
          </a:prstGeom>
          <a:solidFill>
            <a:srgbClr val="059669">
              <a:alpha val="7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46520" y="43891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S→C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059168" y="43708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rider_joined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446520" y="46085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riderId, riderName }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446520" y="460857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A0AEC0"/>
                </a:solidFill>
              </a:rPr>
              <a:t>New rider joined notification</a:t>
            </a: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6400800" y="4882896"/>
            <a:ext cx="5577840" cy="502920"/>
          </a:xfrm>
          <a:prstGeom prst="roundRect">
            <a:avLst>
              <a:gd name="adj" fmla="val 14545"/>
            </a:avLst>
          </a:prstGeom>
          <a:solidFill>
            <a:srgbClr val="2563EB">
              <a:alpha val="10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46520" y="4956048"/>
            <a:ext cx="548640" cy="201168"/>
          </a:xfrm>
          <a:prstGeom prst="roundRect">
            <a:avLst>
              <a:gd name="adj" fmla="val 22727"/>
            </a:avLst>
          </a:prstGeom>
          <a:solidFill>
            <a:srgbClr val="2563EB">
              <a:alpha val="7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46520" y="49560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S→C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7059168" y="49377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ride_message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446520" y="51755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message, senderName, ts }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446520" y="517550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A0AEC0"/>
                </a:solidFill>
              </a:rPr>
              <a:t>Group message broadcast</a:t>
            </a: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6400800" y="5449824"/>
            <a:ext cx="5577840" cy="502920"/>
          </a:xfrm>
          <a:prstGeom prst="roundRect">
            <a:avLst>
              <a:gd name="adj" fmla="val 14545"/>
            </a:avLst>
          </a:prstGeom>
          <a:solidFill>
            <a:srgbClr val="D97706">
              <a:alpha val="1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46520" y="5522976"/>
            <a:ext cx="548640" cy="201168"/>
          </a:xfrm>
          <a:prstGeom prst="roundRect">
            <a:avLst>
              <a:gd name="adj" fmla="val 22727"/>
            </a:avLst>
          </a:prstGeom>
          <a:solidFill>
            <a:srgbClr val="D97706">
              <a:alpha val="7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46520" y="55229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S→C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7059168" y="55046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ride_ended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446520" y="57424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groupRideId, endedAt }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446520" y="57424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A0AEC0"/>
                </a:solidFill>
              </a:rPr>
              <a:t>Leader ended the session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Feature Spec — Expense Calculator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657600" cy="5897880"/>
          </a:xfrm>
          <a:prstGeom prst="roundRect">
            <a:avLst>
              <a:gd name="adj" fmla="val 375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05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📊 Data Model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Expense {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string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groupRideId: string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2494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category: fuel|food|toll|misc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5054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amount: number (INR)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paidBy: userId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0175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splitAmong: userId[]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description: string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35295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receipt?: URL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7856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createdAt: timestamp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40416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5537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Settlement {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480974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from: userId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50657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to: userId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53218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amount: number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55778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pending|paid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58338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upiRef?: string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60899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51960" y="914400"/>
            <a:ext cx="3840480" cy="5897880"/>
          </a:xfrm>
          <a:prstGeom prst="roundRect">
            <a:avLst>
              <a:gd name="adj" fmla="val 357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43484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🧮 Split Algorithm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34840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1: Tally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1773936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For each rider: sum what they paid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80560" y="203911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For each rider: sum their share of all expenses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80560" y="2304288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Net = paid - owed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34840" y="2679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2: Minimise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0560" y="2971800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Separate riders into +ve (creditors) and -ve (debtors)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80560" y="3236976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Greedy match: largest debtor pays largest creditor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80560" y="350215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Continue until all balances zero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480560" y="3767328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Result: minimum number of transactions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434840" y="4142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3: Settle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80560" y="4434840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Generate settlement list: who owes whom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480560" y="4700016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UPI deeplink: upi://pay?pa=vpa&amp;pn=name&amp;am=amount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480560" y="496519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Mark as paid when rider confirms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480560" y="5230368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Update Firestore settlement status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34840" y="5605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Example: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480560" y="5897880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5 riders, 12 expenses = 4 settlements max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480560" y="6163056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vs 12 separate transfers naive approach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480560" y="642823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Saves riders avg 8 transactions per trip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321040" y="914400"/>
            <a:ext cx="3840480" cy="5897880"/>
          </a:xfrm>
          <a:prstGeom prst="roundRect">
            <a:avLst>
              <a:gd name="adj" fmla="val 357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50392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2777"/>
                </a:solidFill>
              </a:rPr>
              <a:t>✨ UX Features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503920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Category tracking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549640" y="1773936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Fuel costs per rider (GPS km × mileage × price)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549640" y="203911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Food &amp; restaurant bills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549640" y="2304288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Toll &amp; highway charges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549640" y="2569464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Misc: gear, repairs, entry fees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503920" y="2944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Smart UI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549640" y="3236976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Add expense with one tap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549640" y="350215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Receipt photo capture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549640" y="3767328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Participant selector (checkboxes)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549640" y="4032504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Real-time running total per rider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503920" y="4407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Settlement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549640" y="4700016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Settlement summary card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549640" y="496519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UPI / GPay / PhonePe deeplink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549640" y="5230368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Share summary via WhatsApp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549640" y="5495544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Export as PDF report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503920" y="5870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History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549640" y="6163056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All trips with expense breakdown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549640" y="642823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Per-rider spend analytics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549640" y="6693408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Filter by category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549640" y="6958584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→  Download CSV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Tripper RideAI — Tech Architecture &amp; Spec</dc:title>
  <dc:subject>PptxGenJS Presentation</dc:subject>
  <dc:creator>PptxGenJS</dc:creator>
  <cp:lastModifiedBy>PptxGenJS</cp:lastModifiedBy>
  <cp:revision>1</cp:revision>
  <dcterms:created xsi:type="dcterms:W3CDTF">2026-06-11T02:33:19Z</dcterms:created>
  <dcterms:modified xsi:type="dcterms:W3CDTF">2026-06-11T02:33:19Z</dcterms:modified>
</cp:coreProperties>
</file>